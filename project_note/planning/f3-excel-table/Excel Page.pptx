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0D2A4-C7A0-4595-B907-153EA7AE60E9}" type="datetimeFigureOut">
              <a:rPr lang="en-AU" smtClean="0"/>
              <a:t>16/11/2025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64994-FC9A-449C-B789-43E53DFBC6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02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C64994-FC9A-449C-B789-43E53DFBC6B6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7488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09AA7-EBFA-16F2-FD0D-284585648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B67B0-1F6C-53DA-9F58-5A3EA7A81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8D166-B0A5-37BF-DF45-9537D65A0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86B9-5876-4863-967A-AA0861F2276D}" type="datetimeFigureOut">
              <a:rPr lang="en-AU" smtClean="0"/>
              <a:t>16/11/2025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28DFC-78D7-3C82-F205-B9517463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E4B35-C82A-EC87-0B44-9430EB345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FB9F-0FCA-4165-B79E-968098880E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9227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63B4B-BB5D-61AC-2900-B33425D6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29566-62AC-194A-F6BC-EC6D60B61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E325D-CFDE-3B28-5914-A6A33B351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86B9-5876-4863-967A-AA0861F2276D}" type="datetimeFigureOut">
              <a:rPr lang="en-AU" smtClean="0"/>
              <a:t>16/11/2025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AE419-9D5F-A5E0-8ED7-E19554D89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13314-32C2-1136-0B19-8CBDD4FB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FB9F-0FCA-4165-B79E-968098880E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741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85B73-A069-6BEF-3AFE-ECC6A762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4DC5B-3CA7-687A-3B40-9D6FF91FE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61FE4-5D7F-712D-5263-5F949F62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86B9-5876-4863-967A-AA0861F2276D}" type="datetimeFigureOut">
              <a:rPr lang="en-AU" smtClean="0"/>
              <a:t>16/11/2025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4DAB8-578E-7E6F-7D66-553955CA6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1068B-3D86-2A19-799E-C2969C45B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FB9F-0FCA-4165-B79E-968098880E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3870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D49EA-4DFF-6FD7-8E4F-9D61082CE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61EF1-5688-35E4-993E-219ED535D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2CF47-501C-1F6F-0C05-6CA1D623B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5E23E-2C26-39FE-C638-7838D1EE9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86B9-5876-4863-967A-AA0861F2276D}" type="datetimeFigureOut">
              <a:rPr lang="en-AU" smtClean="0"/>
              <a:t>16/11/2025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1A586-D32A-8F7B-94B6-E0F00244D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A8AE8-9833-4954-F19E-01A185C1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FB9F-0FCA-4165-B79E-968098880E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5125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3515C-00DE-F525-D782-25B51DA70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6339A-A268-5258-A668-BAAC2C78B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029CC-26EE-6ED9-A57E-8CF6008A5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811D3-D0FC-38BE-F54E-00BC65155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C26A4-937C-8545-78B6-1C1E9C6965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4D85DE-9868-9F80-260B-AB96FCD66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86B9-5876-4863-967A-AA0861F2276D}" type="datetimeFigureOut">
              <a:rPr lang="en-AU" smtClean="0"/>
              <a:t>16/11/2025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E77F88-2E94-970D-B32B-2B940137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490A49-58CC-BF66-C20E-56B68FE1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FB9F-0FCA-4165-B79E-968098880E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2146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C0CA-2988-B6DE-DD40-71CDDC5B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8228F5-A5CC-A9A7-1F25-925AB82F7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86B9-5876-4863-967A-AA0861F2276D}" type="datetimeFigureOut">
              <a:rPr lang="en-AU" smtClean="0"/>
              <a:t>16/11/2025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10C823-9C9C-42BB-2B85-6A09B32AB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D565E-3804-5F4B-3D37-0D9EB420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FB9F-0FCA-4165-B79E-968098880E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658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0445D-AE0E-468A-578F-24C6BF875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86B9-5876-4863-967A-AA0861F2276D}" type="datetimeFigureOut">
              <a:rPr lang="en-AU" smtClean="0"/>
              <a:t>16/11/2025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134C74-C19D-2CFA-B67F-CCB178F75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378B7-C4A9-AAF0-D79A-547E7F53B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FB9F-0FCA-4165-B79E-968098880E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4750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79535-0525-7B49-1AD3-1BB16C02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73DA1-E584-BA8E-4309-E339C103E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7E123-ACC3-68E0-1A28-7AC401EB8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EFF78-EE80-42DC-EB27-794D24124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86B9-5876-4863-967A-AA0861F2276D}" type="datetimeFigureOut">
              <a:rPr lang="en-AU" smtClean="0"/>
              <a:t>16/11/2025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77E56-FF8A-C2CA-28B6-BC15A949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19F2D-F84E-F941-5223-EBB529EE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FB9F-0FCA-4165-B79E-968098880E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1325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FF8D6-1AB4-BF4C-BD05-55C65972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3FF94-0CD0-4CE2-F52C-2586FA2A00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EA977-1D09-9F9E-4FDF-0F034BC3B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95521-0236-C323-C7AA-5CB1C2979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86B9-5876-4863-967A-AA0861F2276D}" type="datetimeFigureOut">
              <a:rPr lang="en-AU" smtClean="0"/>
              <a:t>16/11/2025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90428-D09D-C2F6-2E36-18C9F3931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D02BB-DAFE-E628-6BA4-E3748C82B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FB9F-0FCA-4165-B79E-968098880E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1052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3926-4B5B-FD44-CA17-58EABA35D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C42E84-DA5C-EA56-E8A4-34832E70C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8E7CD-829D-D039-548F-A08D2E880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86B9-5876-4863-967A-AA0861F2276D}" type="datetimeFigureOut">
              <a:rPr lang="en-AU" smtClean="0"/>
              <a:t>16/11/2025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487D6-2BFF-1372-6492-845A1D88C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1D2CD-4631-9EAF-3464-3FFD6D64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FB9F-0FCA-4165-B79E-968098880E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007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0F898F-75D3-3C2E-FF5E-41F55E2B46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949AE-EF7C-7516-FF8B-3C6D6BA1E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F4EBE-B7FB-C9DC-9FCF-248CC674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86B9-5876-4863-967A-AA0861F2276D}" type="datetimeFigureOut">
              <a:rPr lang="en-AU" smtClean="0"/>
              <a:t>16/11/2025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C6133-9039-8E26-0D32-23C0B12FB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D3549-73B0-5850-D4E0-9A7D4C859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FB9F-0FCA-4165-B79E-968098880E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7088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5212BB-5D17-7744-ED82-7305E0E3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6C047-47BA-879B-24CC-E8DAD80D9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3DF8D-4364-62CD-BF6B-2D1F90C52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186B9-5876-4863-967A-AA0861F2276D}" type="datetimeFigureOut">
              <a:rPr lang="en-AU" smtClean="0"/>
              <a:t>16/11/2025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53E06-9CE4-0CE5-48A6-E8ADA9418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A73EB-23E8-654D-A3BA-AC9DF69E4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BFB9F-0FCA-4165-B79E-968098880E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2076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E721F1-29A1-DE11-36FA-9505EA8D3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37" y="164592"/>
            <a:ext cx="8072492" cy="6629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82CB79-FD3F-9409-4232-E0B9FD858A93}"/>
              </a:ext>
            </a:extLst>
          </p:cNvPr>
          <p:cNvSpPr/>
          <p:nvPr/>
        </p:nvSpPr>
        <p:spPr>
          <a:xfrm>
            <a:off x="521541" y="228600"/>
            <a:ext cx="2212515" cy="178308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703AB2-6355-B4D0-AC3C-6FA4708A53BB}"/>
              </a:ext>
            </a:extLst>
          </p:cNvPr>
          <p:cNvCxnSpPr>
            <a:cxnSpLocks/>
          </p:cNvCxnSpPr>
          <p:nvPr/>
        </p:nvCxnSpPr>
        <p:spPr>
          <a:xfrm>
            <a:off x="4718304" y="228600"/>
            <a:ext cx="3968496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44C50AE-6DDE-3D94-7ACA-24BD4C82FBD0}"/>
              </a:ext>
            </a:extLst>
          </p:cNvPr>
          <p:cNvSpPr/>
          <p:nvPr/>
        </p:nvSpPr>
        <p:spPr>
          <a:xfrm>
            <a:off x="2779776" y="228600"/>
            <a:ext cx="5504688" cy="9509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F4E5A4-5F82-1C54-4F73-15358A0ED583}"/>
              </a:ext>
            </a:extLst>
          </p:cNvPr>
          <p:cNvSpPr txBox="1"/>
          <p:nvPr/>
        </p:nvSpPr>
        <p:spPr>
          <a:xfrm>
            <a:off x="8750808" y="164592"/>
            <a:ext cx="2724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Read in from an excel file row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10EE2A-3461-CBB3-E501-F4369133A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808" y="1007670"/>
            <a:ext cx="9592752" cy="163393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46B59F0-DBD4-878F-9F62-DCA38E10E847}"/>
              </a:ext>
            </a:extLst>
          </p:cNvPr>
          <p:cNvSpPr/>
          <p:nvPr/>
        </p:nvSpPr>
        <p:spPr>
          <a:xfrm>
            <a:off x="2880360" y="1243580"/>
            <a:ext cx="5199950" cy="768100"/>
          </a:xfrm>
          <a:prstGeom prst="rect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87C59F-C66F-208E-F5D4-0B71E603F99D}"/>
              </a:ext>
            </a:extLst>
          </p:cNvPr>
          <p:cNvCxnSpPr>
            <a:cxnSpLocks/>
          </p:cNvCxnSpPr>
          <p:nvPr/>
        </p:nvCxnSpPr>
        <p:spPr>
          <a:xfrm>
            <a:off x="7968343" y="2011680"/>
            <a:ext cx="1343297" cy="129693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8ED56B2-0A71-72FC-40FF-BBAB162AF1B4}"/>
              </a:ext>
            </a:extLst>
          </p:cNvPr>
          <p:cNvSpPr txBox="1"/>
          <p:nvPr/>
        </p:nvSpPr>
        <p:spPr>
          <a:xfrm>
            <a:off x="9311640" y="3150542"/>
            <a:ext cx="2505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User must manually fill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55D57E-F76C-2D05-EB0A-2689C4FE91E3}"/>
              </a:ext>
            </a:extLst>
          </p:cNvPr>
          <p:cNvSpPr/>
          <p:nvPr/>
        </p:nvSpPr>
        <p:spPr>
          <a:xfrm>
            <a:off x="521541" y="2103114"/>
            <a:ext cx="4852892" cy="3383285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6186AB-0920-7F1B-BBD7-36AB5B4AA5AE}"/>
              </a:ext>
            </a:extLst>
          </p:cNvPr>
          <p:cNvCxnSpPr>
            <a:cxnSpLocks/>
          </p:cNvCxnSpPr>
          <p:nvPr/>
        </p:nvCxnSpPr>
        <p:spPr>
          <a:xfrm>
            <a:off x="5374433" y="5091695"/>
            <a:ext cx="3554963" cy="5227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DA823E1-4675-0255-1F18-BE0EB15F22C1}"/>
              </a:ext>
            </a:extLst>
          </p:cNvPr>
          <p:cNvSpPr txBox="1"/>
          <p:nvPr/>
        </p:nvSpPr>
        <p:spPr>
          <a:xfrm>
            <a:off x="8860702" y="5480998"/>
            <a:ext cx="25051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User must click and select from a drop down menu or a pop up page/ pop up canvas.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FAF1D2-B880-C81C-BD37-196E27D939FE}"/>
              </a:ext>
            </a:extLst>
          </p:cNvPr>
          <p:cNvSpPr/>
          <p:nvPr/>
        </p:nvSpPr>
        <p:spPr>
          <a:xfrm>
            <a:off x="5520737" y="2135119"/>
            <a:ext cx="1583695" cy="3383285"/>
          </a:xfrm>
          <a:prstGeom prst="rect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76F5082-B4A5-2EDA-E1FB-F737541E319C}"/>
              </a:ext>
            </a:extLst>
          </p:cNvPr>
          <p:cNvCxnSpPr>
            <a:cxnSpLocks/>
          </p:cNvCxnSpPr>
          <p:nvPr/>
        </p:nvCxnSpPr>
        <p:spPr>
          <a:xfrm>
            <a:off x="7009238" y="3998224"/>
            <a:ext cx="2302402" cy="31440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E36B176-274E-032B-6CA8-DA49516E400E}"/>
              </a:ext>
            </a:extLst>
          </p:cNvPr>
          <p:cNvSpPr txBox="1"/>
          <p:nvPr/>
        </p:nvSpPr>
        <p:spPr>
          <a:xfrm>
            <a:off x="9311640" y="3632210"/>
            <a:ext cx="25051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filled automatically based on user’s selection in the orange boxes. (there is a simple rule-base mapping)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450761-3FB0-BF19-69C0-5EC3F3345A6E}"/>
              </a:ext>
            </a:extLst>
          </p:cNvPr>
          <p:cNvSpPr/>
          <p:nvPr/>
        </p:nvSpPr>
        <p:spPr>
          <a:xfrm>
            <a:off x="734620" y="5588760"/>
            <a:ext cx="6274618" cy="9509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BCA1F58-628B-1481-9E96-5BFD44E8FB91}"/>
              </a:ext>
            </a:extLst>
          </p:cNvPr>
          <p:cNvCxnSpPr/>
          <p:nvPr/>
        </p:nvCxnSpPr>
        <p:spPr>
          <a:xfrm>
            <a:off x="830424" y="5747657"/>
            <a:ext cx="5159829" cy="634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C16B20B-034F-5D9B-C9E5-F2ADFE88F4A3}"/>
              </a:ext>
            </a:extLst>
          </p:cNvPr>
          <p:cNvCxnSpPr>
            <a:cxnSpLocks/>
          </p:cNvCxnSpPr>
          <p:nvPr/>
        </p:nvCxnSpPr>
        <p:spPr>
          <a:xfrm flipV="1">
            <a:off x="734620" y="5684776"/>
            <a:ext cx="5374028" cy="826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05988B6-0E34-B693-70FF-87C06BB9A0E5}"/>
              </a:ext>
            </a:extLst>
          </p:cNvPr>
          <p:cNvSpPr txBox="1"/>
          <p:nvPr/>
        </p:nvSpPr>
        <p:spPr>
          <a:xfrm>
            <a:off x="3013978" y="5842563"/>
            <a:ext cx="9459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Ignore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05C5B9-95B6-D9AF-7BEE-CDF4B92ADB0B}"/>
              </a:ext>
            </a:extLst>
          </p:cNvPr>
          <p:cNvSpPr/>
          <p:nvPr/>
        </p:nvSpPr>
        <p:spPr>
          <a:xfrm>
            <a:off x="7250736" y="2128594"/>
            <a:ext cx="829574" cy="441113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D2A7E0-0292-8087-BE95-5D832852F925}"/>
              </a:ext>
            </a:extLst>
          </p:cNvPr>
          <p:cNvSpPr txBox="1"/>
          <p:nvPr/>
        </p:nvSpPr>
        <p:spPr>
          <a:xfrm>
            <a:off x="7280642" y="2290816"/>
            <a:ext cx="68770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Ignore</a:t>
            </a:r>
          </a:p>
        </p:txBody>
      </p:sp>
    </p:spTree>
    <p:extLst>
      <p:ext uri="{BB962C8B-B14F-4D97-AF65-F5344CB8AC3E}">
        <p14:creationId xmlns:p14="http://schemas.microsoft.com/office/powerpoint/2010/main" val="1128034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55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Zhou</dc:creator>
  <cp:lastModifiedBy>Charles Zhou</cp:lastModifiedBy>
  <cp:revision>1</cp:revision>
  <dcterms:created xsi:type="dcterms:W3CDTF">2025-11-16T04:41:52Z</dcterms:created>
  <dcterms:modified xsi:type="dcterms:W3CDTF">2025-11-16T04:49:17Z</dcterms:modified>
</cp:coreProperties>
</file>